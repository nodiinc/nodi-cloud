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5" r:id="rId2"/>
  </p:sldIdLst>
  <p:sldSz cx="21383625" cy="15119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mmercial" id="{949DD8FC-BFB5-4B74-8075-7267FDC03A0F}">
          <p14:sldIdLst>
            <p14:sldId id="265"/>
          </p14:sldIdLst>
        </p14:section>
        <p14:section name="Fabrication" id="{DCE30035-B1DA-4A71-9A65-18DDB4B84489}">
          <p14:sldIdLst/>
        </p14:section>
        <p14:section name="Experiment" id="{44D289B6-4011-4A97-9D11-505E5E51B26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FFC"/>
    <a:srgbClr val="FCFFF6"/>
    <a:srgbClr val="F9FFF0"/>
    <a:srgbClr val="F4FFE1"/>
    <a:srgbClr val="EEFFD1"/>
    <a:srgbClr val="E8FFC2"/>
    <a:srgbClr val="F2FFFD"/>
    <a:srgbClr val="D9FFFA"/>
    <a:srgbClr val="BFFFF7"/>
    <a:srgbClr val="80F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15" autoAdjust="0"/>
    <p:restoredTop sz="94344" autoAdjust="0"/>
  </p:normalViewPr>
  <p:slideViewPr>
    <p:cSldViewPr snapToGrid="0">
      <p:cViewPr>
        <p:scale>
          <a:sx n="33" d="100"/>
          <a:sy n="33" d="100"/>
        </p:scale>
        <p:origin x="744" y="3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2474395"/>
            <a:ext cx="18176081" cy="5263774"/>
          </a:xfrm>
        </p:spPr>
        <p:txBody>
          <a:bodyPr anchor="b"/>
          <a:lstStyle>
            <a:lvl1pPr algn="ctr">
              <a:defRPr sz="13228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7941160"/>
            <a:ext cx="16037719" cy="3650342"/>
          </a:xfrm>
        </p:spPr>
        <p:txBody>
          <a:bodyPr/>
          <a:lstStyle>
            <a:lvl1pPr marL="0" indent="0" algn="ctr">
              <a:buNone/>
              <a:defRPr sz="5291"/>
            </a:lvl1pPr>
            <a:lvl2pPr marL="1007943" indent="0" algn="ctr">
              <a:buNone/>
              <a:defRPr sz="4409"/>
            </a:lvl2pPr>
            <a:lvl3pPr marL="2015886" indent="0" algn="ctr">
              <a:buNone/>
              <a:defRPr sz="3968"/>
            </a:lvl3pPr>
            <a:lvl4pPr marL="3023829" indent="0" algn="ctr">
              <a:buNone/>
              <a:defRPr sz="3527"/>
            </a:lvl4pPr>
            <a:lvl5pPr marL="4031772" indent="0" algn="ctr">
              <a:buNone/>
              <a:defRPr sz="3527"/>
            </a:lvl5pPr>
            <a:lvl6pPr marL="5039716" indent="0" algn="ctr">
              <a:buNone/>
              <a:defRPr sz="3527"/>
            </a:lvl6pPr>
            <a:lvl7pPr marL="6047659" indent="0" algn="ctr">
              <a:buNone/>
              <a:defRPr sz="3527"/>
            </a:lvl7pPr>
            <a:lvl8pPr marL="7055602" indent="0" algn="ctr">
              <a:buNone/>
              <a:defRPr sz="3527"/>
            </a:lvl8pPr>
            <a:lvl9pPr marL="8063545" indent="0" algn="ctr">
              <a:buNone/>
              <a:defRPr sz="3527"/>
            </a:lvl9pPr>
          </a:lstStyle>
          <a:p>
            <a:r>
              <a:rPr lang="en-US" altLang="ko-KR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97FD-3727-452A-AEFB-3B7844F7BE1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AE3D0-169F-4EAA-91B6-900783E51C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418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97FD-3727-452A-AEFB-3B7844F7BE1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AE3D0-169F-4EAA-91B6-900783E51C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5432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3769342"/>
            <a:ext cx="18443377" cy="6289229"/>
          </a:xfrm>
        </p:spPr>
        <p:txBody>
          <a:bodyPr anchor="b"/>
          <a:lstStyle>
            <a:lvl1pPr>
              <a:defRPr sz="13228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10118069"/>
            <a:ext cx="18443377" cy="3307357"/>
          </a:xfrm>
        </p:spPr>
        <p:txBody>
          <a:bodyPr/>
          <a:lstStyle>
            <a:lvl1pPr marL="0" indent="0">
              <a:buNone/>
              <a:defRPr sz="5291">
                <a:solidFill>
                  <a:schemeClr val="tx1"/>
                </a:solidFill>
              </a:defRPr>
            </a:lvl1pPr>
            <a:lvl2pPr marL="1007943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2pPr>
            <a:lvl3pPr marL="2015886" indent="0">
              <a:buNone/>
              <a:defRPr sz="3968">
                <a:solidFill>
                  <a:schemeClr val="tx1">
                    <a:tint val="75000"/>
                  </a:schemeClr>
                </a:solidFill>
              </a:defRPr>
            </a:lvl3pPr>
            <a:lvl4pPr marL="3023829" indent="0">
              <a:buNone/>
              <a:defRPr sz="3527">
                <a:solidFill>
                  <a:schemeClr val="tx1">
                    <a:tint val="75000"/>
                  </a:schemeClr>
                </a:solidFill>
              </a:defRPr>
            </a:lvl4pPr>
            <a:lvl5pPr marL="4031772" indent="0">
              <a:buNone/>
              <a:defRPr sz="3527">
                <a:solidFill>
                  <a:schemeClr val="tx1">
                    <a:tint val="75000"/>
                  </a:schemeClr>
                </a:solidFill>
              </a:defRPr>
            </a:lvl5pPr>
            <a:lvl6pPr marL="5039716" indent="0">
              <a:buNone/>
              <a:defRPr sz="3527">
                <a:solidFill>
                  <a:schemeClr val="tx1">
                    <a:tint val="75000"/>
                  </a:schemeClr>
                </a:solidFill>
              </a:defRPr>
            </a:lvl6pPr>
            <a:lvl7pPr marL="6047659" indent="0">
              <a:buNone/>
              <a:defRPr sz="3527">
                <a:solidFill>
                  <a:schemeClr val="tx1">
                    <a:tint val="75000"/>
                  </a:schemeClr>
                </a:solidFill>
              </a:defRPr>
            </a:lvl7pPr>
            <a:lvl8pPr marL="7055602" indent="0">
              <a:buNone/>
              <a:defRPr sz="3527">
                <a:solidFill>
                  <a:schemeClr val="tx1">
                    <a:tint val="75000"/>
                  </a:schemeClr>
                </a:solidFill>
              </a:defRPr>
            </a:lvl8pPr>
            <a:lvl9pPr marL="8063545" indent="0">
              <a:buNone/>
              <a:defRPr sz="352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97FD-3727-452A-AEFB-3B7844F7BE1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AE3D0-169F-4EAA-91B6-900783E51C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90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4024827"/>
            <a:ext cx="9088041" cy="9593089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4024827"/>
            <a:ext cx="9088041" cy="9593089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97FD-3727-452A-AEFB-3B7844F7BE1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AE3D0-169F-4EAA-91B6-900783E51C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5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804969"/>
            <a:ext cx="18443377" cy="2922375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3706342"/>
            <a:ext cx="9046274" cy="1816421"/>
          </a:xfrm>
        </p:spPr>
        <p:txBody>
          <a:bodyPr anchor="b"/>
          <a:lstStyle>
            <a:lvl1pPr marL="0" indent="0">
              <a:buNone/>
              <a:defRPr sz="5291" b="1"/>
            </a:lvl1pPr>
            <a:lvl2pPr marL="1007943" indent="0">
              <a:buNone/>
              <a:defRPr sz="4409" b="1"/>
            </a:lvl2pPr>
            <a:lvl3pPr marL="2015886" indent="0">
              <a:buNone/>
              <a:defRPr sz="3968" b="1"/>
            </a:lvl3pPr>
            <a:lvl4pPr marL="3023829" indent="0">
              <a:buNone/>
              <a:defRPr sz="3527" b="1"/>
            </a:lvl4pPr>
            <a:lvl5pPr marL="4031772" indent="0">
              <a:buNone/>
              <a:defRPr sz="3527" b="1"/>
            </a:lvl5pPr>
            <a:lvl6pPr marL="5039716" indent="0">
              <a:buNone/>
              <a:defRPr sz="3527" b="1"/>
            </a:lvl6pPr>
            <a:lvl7pPr marL="6047659" indent="0">
              <a:buNone/>
              <a:defRPr sz="3527" b="1"/>
            </a:lvl7pPr>
            <a:lvl8pPr marL="7055602" indent="0">
              <a:buNone/>
              <a:defRPr sz="3527" b="1"/>
            </a:lvl8pPr>
            <a:lvl9pPr marL="8063545" indent="0">
              <a:buNone/>
              <a:defRPr sz="3527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5522763"/>
            <a:ext cx="9046274" cy="8123152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3706342"/>
            <a:ext cx="9090826" cy="1816421"/>
          </a:xfrm>
        </p:spPr>
        <p:txBody>
          <a:bodyPr anchor="b"/>
          <a:lstStyle>
            <a:lvl1pPr marL="0" indent="0">
              <a:buNone/>
              <a:defRPr sz="5291" b="1"/>
            </a:lvl1pPr>
            <a:lvl2pPr marL="1007943" indent="0">
              <a:buNone/>
              <a:defRPr sz="4409" b="1"/>
            </a:lvl2pPr>
            <a:lvl3pPr marL="2015886" indent="0">
              <a:buNone/>
              <a:defRPr sz="3968" b="1"/>
            </a:lvl3pPr>
            <a:lvl4pPr marL="3023829" indent="0">
              <a:buNone/>
              <a:defRPr sz="3527" b="1"/>
            </a:lvl4pPr>
            <a:lvl5pPr marL="4031772" indent="0">
              <a:buNone/>
              <a:defRPr sz="3527" b="1"/>
            </a:lvl5pPr>
            <a:lvl6pPr marL="5039716" indent="0">
              <a:buNone/>
              <a:defRPr sz="3527" b="1"/>
            </a:lvl6pPr>
            <a:lvl7pPr marL="6047659" indent="0">
              <a:buNone/>
              <a:defRPr sz="3527" b="1"/>
            </a:lvl7pPr>
            <a:lvl8pPr marL="7055602" indent="0">
              <a:buNone/>
              <a:defRPr sz="3527" b="1"/>
            </a:lvl8pPr>
            <a:lvl9pPr marL="8063545" indent="0">
              <a:buNone/>
              <a:defRPr sz="3527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5522763"/>
            <a:ext cx="9090826" cy="8123152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97FD-3727-452A-AEFB-3B7844F7BE1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AE3D0-169F-4EAA-91B6-900783E51C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382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97FD-3727-452A-AEFB-3B7844F7BE1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AE3D0-169F-4EAA-91B6-900783E51C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852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97FD-3727-452A-AEFB-3B7844F7BE1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AE3D0-169F-4EAA-91B6-900783E51C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879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007957"/>
            <a:ext cx="6896776" cy="3527848"/>
          </a:xfrm>
        </p:spPr>
        <p:txBody>
          <a:bodyPr anchor="b"/>
          <a:lstStyle>
            <a:lvl1pPr>
              <a:defRPr sz="7055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2176910"/>
            <a:ext cx="10825460" cy="10744538"/>
          </a:xfrm>
        </p:spPr>
        <p:txBody>
          <a:bodyPr/>
          <a:lstStyle>
            <a:lvl1pPr>
              <a:defRPr sz="7055"/>
            </a:lvl1pPr>
            <a:lvl2pPr>
              <a:defRPr sz="6173"/>
            </a:lvl2pPr>
            <a:lvl3pPr>
              <a:defRPr sz="5291"/>
            </a:lvl3pPr>
            <a:lvl4pPr>
              <a:defRPr sz="4409"/>
            </a:lvl4pPr>
            <a:lvl5pPr>
              <a:defRPr sz="4409"/>
            </a:lvl5pPr>
            <a:lvl6pPr>
              <a:defRPr sz="4409"/>
            </a:lvl6pPr>
            <a:lvl7pPr>
              <a:defRPr sz="4409"/>
            </a:lvl7pPr>
            <a:lvl8pPr>
              <a:defRPr sz="4409"/>
            </a:lvl8pPr>
            <a:lvl9pPr>
              <a:defRPr sz="4409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4535805"/>
            <a:ext cx="6896776" cy="8403140"/>
          </a:xfrm>
        </p:spPr>
        <p:txBody>
          <a:bodyPr/>
          <a:lstStyle>
            <a:lvl1pPr marL="0" indent="0">
              <a:buNone/>
              <a:defRPr sz="3527"/>
            </a:lvl1pPr>
            <a:lvl2pPr marL="1007943" indent="0">
              <a:buNone/>
              <a:defRPr sz="3086"/>
            </a:lvl2pPr>
            <a:lvl3pPr marL="2015886" indent="0">
              <a:buNone/>
              <a:defRPr sz="2646"/>
            </a:lvl3pPr>
            <a:lvl4pPr marL="3023829" indent="0">
              <a:buNone/>
              <a:defRPr sz="2205"/>
            </a:lvl4pPr>
            <a:lvl5pPr marL="4031772" indent="0">
              <a:buNone/>
              <a:defRPr sz="2205"/>
            </a:lvl5pPr>
            <a:lvl6pPr marL="5039716" indent="0">
              <a:buNone/>
              <a:defRPr sz="2205"/>
            </a:lvl6pPr>
            <a:lvl7pPr marL="6047659" indent="0">
              <a:buNone/>
              <a:defRPr sz="2205"/>
            </a:lvl7pPr>
            <a:lvl8pPr marL="7055602" indent="0">
              <a:buNone/>
              <a:defRPr sz="2205"/>
            </a:lvl8pPr>
            <a:lvl9pPr marL="8063545" indent="0">
              <a:buNone/>
              <a:defRPr sz="2205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97FD-3727-452A-AEFB-3B7844F7BE1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AE3D0-169F-4EAA-91B6-900783E51C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325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007957"/>
            <a:ext cx="6896776" cy="3527848"/>
          </a:xfrm>
        </p:spPr>
        <p:txBody>
          <a:bodyPr anchor="b"/>
          <a:lstStyle>
            <a:lvl1pPr>
              <a:defRPr sz="7055"/>
            </a:lvl1pPr>
          </a:lstStyle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2176910"/>
            <a:ext cx="10825460" cy="10744538"/>
          </a:xfrm>
        </p:spPr>
        <p:txBody>
          <a:bodyPr anchor="t"/>
          <a:lstStyle>
            <a:lvl1pPr marL="0" indent="0">
              <a:buNone/>
              <a:defRPr sz="7055"/>
            </a:lvl1pPr>
            <a:lvl2pPr marL="1007943" indent="0">
              <a:buNone/>
              <a:defRPr sz="6173"/>
            </a:lvl2pPr>
            <a:lvl3pPr marL="2015886" indent="0">
              <a:buNone/>
              <a:defRPr sz="5291"/>
            </a:lvl3pPr>
            <a:lvl4pPr marL="3023829" indent="0">
              <a:buNone/>
              <a:defRPr sz="4409"/>
            </a:lvl4pPr>
            <a:lvl5pPr marL="4031772" indent="0">
              <a:buNone/>
              <a:defRPr sz="4409"/>
            </a:lvl5pPr>
            <a:lvl6pPr marL="5039716" indent="0">
              <a:buNone/>
              <a:defRPr sz="4409"/>
            </a:lvl6pPr>
            <a:lvl7pPr marL="6047659" indent="0">
              <a:buNone/>
              <a:defRPr sz="4409"/>
            </a:lvl7pPr>
            <a:lvl8pPr marL="7055602" indent="0">
              <a:buNone/>
              <a:defRPr sz="4409"/>
            </a:lvl8pPr>
            <a:lvl9pPr marL="8063545" indent="0">
              <a:buNone/>
              <a:defRPr sz="4409"/>
            </a:lvl9pPr>
          </a:lstStyle>
          <a:p>
            <a:r>
              <a:rPr lang="en-US" altLang="ko-KR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4535805"/>
            <a:ext cx="6896776" cy="8403140"/>
          </a:xfrm>
        </p:spPr>
        <p:txBody>
          <a:bodyPr/>
          <a:lstStyle>
            <a:lvl1pPr marL="0" indent="0">
              <a:buNone/>
              <a:defRPr sz="3527"/>
            </a:lvl1pPr>
            <a:lvl2pPr marL="1007943" indent="0">
              <a:buNone/>
              <a:defRPr sz="3086"/>
            </a:lvl2pPr>
            <a:lvl3pPr marL="2015886" indent="0">
              <a:buNone/>
              <a:defRPr sz="2646"/>
            </a:lvl3pPr>
            <a:lvl4pPr marL="3023829" indent="0">
              <a:buNone/>
              <a:defRPr sz="2205"/>
            </a:lvl4pPr>
            <a:lvl5pPr marL="4031772" indent="0">
              <a:buNone/>
              <a:defRPr sz="2205"/>
            </a:lvl5pPr>
            <a:lvl6pPr marL="5039716" indent="0">
              <a:buNone/>
              <a:defRPr sz="2205"/>
            </a:lvl6pPr>
            <a:lvl7pPr marL="6047659" indent="0">
              <a:buNone/>
              <a:defRPr sz="2205"/>
            </a:lvl7pPr>
            <a:lvl8pPr marL="7055602" indent="0">
              <a:buNone/>
              <a:defRPr sz="2205"/>
            </a:lvl8pPr>
            <a:lvl9pPr marL="8063545" indent="0">
              <a:buNone/>
              <a:defRPr sz="2205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97FD-3727-452A-AEFB-3B7844F7BE1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AE3D0-169F-4EAA-91B6-900783E51C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519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97FD-3727-452A-AEFB-3B7844F7BE1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AE3D0-169F-4EAA-91B6-900783E51C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8353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804966"/>
            <a:ext cx="4610844" cy="12812950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804966"/>
            <a:ext cx="13565237" cy="12812950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597FD-3727-452A-AEFB-3B7844F7BE1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AE3D0-169F-4EAA-91B6-900783E51C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5919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804969"/>
            <a:ext cx="18443377" cy="2922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4024827"/>
            <a:ext cx="18443377" cy="9593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14013401"/>
            <a:ext cx="4811316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6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597FD-3727-452A-AEFB-3B7844F7BE15}" type="datetimeFigureOut">
              <a:rPr lang="ko-KR" altLang="en-US" smtClean="0"/>
              <a:t>2025-06-08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14013401"/>
            <a:ext cx="7216973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6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14013401"/>
            <a:ext cx="4811316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6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AE3D0-169F-4EAA-91B6-900783E51C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30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015886" rtl="0" eaLnBrk="1" latinLnBrk="1" hangingPunct="1">
        <a:lnSpc>
          <a:spcPct val="90000"/>
        </a:lnSpc>
        <a:spcBef>
          <a:spcPct val="0"/>
        </a:spcBef>
        <a:buNone/>
        <a:defRPr sz="9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03972" indent="-503972" algn="l" defTabSz="2015886" rtl="0" eaLnBrk="1" latinLnBrk="1" hangingPunct="1">
        <a:lnSpc>
          <a:spcPct val="90000"/>
        </a:lnSpc>
        <a:spcBef>
          <a:spcPts val="2205"/>
        </a:spcBef>
        <a:buFont typeface="Arial" panose="020B0604020202020204" pitchFamily="34" charset="0"/>
        <a:buChar char="•"/>
        <a:defRPr sz="6173" kern="1200">
          <a:solidFill>
            <a:schemeClr val="tx1"/>
          </a:solidFill>
          <a:latin typeface="+mn-lt"/>
          <a:ea typeface="+mn-ea"/>
          <a:cs typeface="+mn-cs"/>
        </a:defRPr>
      </a:lvl1pPr>
      <a:lvl2pPr marL="1511915" indent="-503972" algn="l" defTabSz="2015886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5291" kern="1200">
          <a:solidFill>
            <a:schemeClr val="tx1"/>
          </a:solidFill>
          <a:latin typeface="+mn-lt"/>
          <a:ea typeface="+mn-ea"/>
          <a:cs typeface="+mn-cs"/>
        </a:defRPr>
      </a:lvl2pPr>
      <a:lvl3pPr marL="2519858" indent="-503972" algn="l" defTabSz="2015886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3pPr>
      <a:lvl4pPr marL="3527801" indent="-503972" algn="l" defTabSz="2015886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4pPr>
      <a:lvl5pPr marL="4535744" indent="-503972" algn="l" defTabSz="2015886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5pPr>
      <a:lvl6pPr marL="5543687" indent="-503972" algn="l" defTabSz="2015886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6pPr>
      <a:lvl7pPr marL="6551630" indent="-503972" algn="l" defTabSz="2015886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7pPr>
      <a:lvl8pPr marL="7559573" indent="-503972" algn="l" defTabSz="2015886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8pPr>
      <a:lvl9pPr marL="8567517" indent="-503972" algn="l" defTabSz="2015886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15886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1pPr>
      <a:lvl2pPr marL="1007943" algn="l" defTabSz="2015886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2015886" algn="l" defTabSz="2015886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3pPr>
      <a:lvl4pPr marL="3023829" algn="l" defTabSz="2015886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4pPr>
      <a:lvl5pPr marL="4031772" algn="l" defTabSz="2015886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5pPr>
      <a:lvl6pPr marL="5039716" algn="l" defTabSz="2015886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6pPr>
      <a:lvl7pPr marL="6047659" algn="l" defTabSz="2015886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7pPr>
      <a:lvl8pPr marL="7055602" algn="l" defTabSz="2015886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8pPr>
      <a:lvl9pPr marL="8063545" algn="l" defTabSz="2015886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olorhunt.co/palette/0e185f2fa4ff00ffdde8ffc2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96759EC-BB20-D66F-44E3-375DB086CD9B}"/>
              </a:ext>
            </a:extLst>
          </p:cNvPr>
          <p:cNvSpPr txBox="1"/>
          <p:nvPr/>
        </p:nvSpPr>
        <p:spPr>
          <a:xfrm>
            <a:off x="0" y="0"/>
            <a:ext cx="27318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Color codes</a:t>
            </a:r>
            <a:endParaRPr lang="ko-KR" altLang="en-US" sz="36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F0ABA1-64B8-109E-6E6E-25CAAEE78875}"/>
              </a:ext>
            </a:extLst>
          </p:cNvPr>
          <p:cNvSpPr txBox="1"/>
          <p:nvPr/>
        </p:nvSpPr>
        <p:spPr>
          <a:xfrm>
            <a:off x="7306109" y="1620451"/>
            <a:ext cx="677140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  <a:hlinkClick r:id="rId2"/>
              </a:rPr>
              <a:t>Quote: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  <a:hlinkClick r:id="rId2"/>
              </a:rPr>
              <a:t>https://colorhunt.co/palette/0e185f2fa4ff00ffdde8ffc2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3E752A-0D26-198A-5789-CC052D01DE14}"/>
              </a:ext>
            </a:extLst>
          </p:cNvPr>
          <p:cNvSpPr/>
          <p:nvPr/>
        </p:nvSpPr>
        <p:spPr>
          <a:xfrm>
            <a:off x="10867025" y="2983166"/>
            <a:ext cx="1667442" cy="1948150"/>
          </a:xfrm>
          <a:prstGeom prst="rect">
            <a:avLst/>
          </a:prstGeom>
          <a:solidFill>
            <a:srgbClr val="C3C5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25%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C3C5D7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FD8CFE-5FF9-2117-7C67-71A01B0A502F}"/>
              </a:ext>
            </a:extLst>
          </p:cNvPr>
          <p:cNvSpPr/>
          <p:nvPr/>
        </p:nvSpPr>
        <p:spPr>
          <a:xfrm>
            <a:off x="10867025" y="5384789"/>
            <a:ext cx="1667442" cy="1948150"/>
          </a:xfrm>
          <a:prstGeom prst="rect">
            <a:avLst/>
          </a:prstGeom>
          <a:solidFill>
            <a:srgbClr val="CBE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25%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CBE8FF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2A8E59-4CBE-3425-6F03-67D1390CF99F}"/>
              </a:ext>
            </a:extLst>
          </p:cNvPr>
          <p:cNvSpPr/>
          <p:nvPr/>
        </p:nvSpPr>
        <p:spPr>
          <a:xfrm>
            <a:off x="10867025" y="7786412"/>
            <a:ext cx="1667442" cy="1948150"/>
          </a:xfrm>
          <a:prstGeom prst="rect">
            <a:avLst/>
          </a:prstGeom>
          <a:solidFill>
            <a:srgbClr val="BFFF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25%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BFFFF7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330F5-9E77-3389-46A1-3D7FD45ADDD3}"/>
              </a:ext>
            </a:extLst>
          </p:cNvPr>
          <p:cNvSpPr/>
          <p:nvPr/>
        </p:nvSpPr>
        <p:spPr>
          <a:xfrm>
            <a:off x="10867025" y="10188034"/>
            <a:ext cx="1667442" cy="1948150"/>
          </a:xfrm>
          <a:prstGeom prst="rect">
            <a:avLst/>
          </a:prstGeom>
          <a:solidFill>
            <a:srgbClr val="F9FF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25%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F9FFF0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1DBAFF-B11A-2DEB-2C93-9375D11C1837}"/>
              </a:ext>
            </a:extLst>
          </p:cNvPr>
          <p:cNvSpPr/>
          <p:nvPr/>
        </p:nvSpPr>
        <p:spPr>
          <a:xfrm>
            <a:off x="8849155" y="2983166"/>
            <a:ext cx="1667442" cy="1948150"/>
          </a:xfrm>
          <a:prstGeom prst="rect">
            <a:avLst/>
          </a:prstGeom>
          <a:solidFill>
            <a:srgbClr val="878CA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50%</a:t>
            </a:r>
          </a:p>
          <a:p>
            <a:pPr algn="ctr"/>
            <a:r>
              <a:rPr lang="en-US" altLang="ko-KR" dirty="0"/>
              <a:t>878CAF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A767F1-9C4B-B330-CD2F-7E217F3C2EAB}"/>
              </a:ext>
            </a:extLst>
          </p:cNvPr>
          <p:cNvSpPr/>
          <p:nvPr/>
        </p:nvSpPr>
        <p:spPr>
          <a:xfrm>
            <a:off x="8849155" y="5384789"/>
            <a:ext cx="1667442" cy="1948150"/>
          </a:xfrm>
          <a:prstGeom prst="rect">
            <a:avLst/>
          </a:prstGeom>
          <a:solidFill>
            <a:srgbClr val="97D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50%</a:t>
            </a:r>
          </a:p>
          <a:p>
            <a:pPr algn="ctr"/>
            <a:r>
              <a:rPr lang="en-US" altLang="ko-KR" dirty="0"/>
              <a:t>97D2FF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AFBEB3-5C1C-4E8F-6164-7EF6D220717A}"/>
              </a:ext>
            </a:extLst>
          </p:cNvPr>
          <p:cNvSpPr/>
          <p:nvPr/>
        </p:nvSpPr>
        <p:spPr>
          <a:xfrm>
            <a:off x="8849155" y="7786412"/>
            <a:ext cx="1667442" cy="1948150"/>
          </a:xfrm>
          <a:prstGeom prst="rect">
            <a:avLst/>
          </a:prstGeom>
          <a:solidFill>
            <a:srgbClr val="80FF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50%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80FFEE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584CF2-407E-EA76-CE17-952E74D4A391}"/>
              </a:ext>
            </a:extLst>
          </p:cNvPr>
          <p:cNvSpPr/>
          <p:nvPr/>
        </p:nvSpPr>
        <p:spPr>
          <a:xfrm>
            <a:off x="8849155" y="10188034"/>
            <a:ext cx="1667442" cy="1948150"/>
          </a:xfrm>
          <a:prstGeom prst="rect">
            <a:avLst/>
          </a:prstGeom>
          <a:solidFill>
            <a:srgbClr val="F4FF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50%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F4FFE1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ADD993-59CD-189F-A22D-88EF89032CCC}"/>
              </a:ext>
            </a:extLst>
          </p:cNvPr>
          <p:cNvSpPr/>
          <p:nvPr/>
        </p:nvSpPr>
        <p:spPr>
          <a:xfrm>
            <a:off x="6831285" y="2983166"/>
            <a:ext cx="1667442" cy="1948150"/>
          </a:xfrm>
          <a:prstGeom prst="rect">
            <a:avLst/>
          </a:prstGeom>
          <a:solidFill>
            <a:srgbClr val="4A528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75%</a:t>
            </a:r>
          </a:p>
          <a:p>
            <a:pPr algn="ctr"/>
            <a:r>
              <a:rPr lang="en-US" altLang="ko-KR" dirty="0"/>
              <a:t>4A5287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5CBDE0-BDEA-C1F0-7A89-43164E85253E}"/>
              </a:ext>
            </a:extLst>
          </p:cNvPr>
          <p:cNvSpPr/>
          <p:nvPr/>
        </p:nvSpPr>
        <p:spPr>
          <a:xfrm>
            <a:off x="6831285" y="5384789"/>
            <a:ext cx="1667442" cy="1948150"/>
          </a:xfrm>
          <a:prstGeom prst="rect">
            <a:avLst/>
          </a:prstGeom>
          <a:solidFill>
            <a:srgbClr val="63B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75%</a:t>
            </a:r>
          </a:p>
          <a:p>
            <a:pPr algn="ctr"/>
            <a:r>
              <a:rPr lang="en-US" altLang="ko-KR" dirty="0"/>
              <a:t>63BBFF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B654B8D-E492-54A5-7873-0F34583BC7F9}"/>
              </a:ext>
            </a:extLst>
          </p:cNvPr>
          <p:cNvSpPr/>
          <p:nvPr/>
        </p:nvSpPr>
        <p:spPr>
          <a:xfrm>
            <a:off x="6831285" y="7786412"/>
            <a:ext cx="1667442" cy="1948150"/>
          </a:xfrm>
          <a:prstGeom prst="rect">
            <a:avLst/>
          </a:prstGeom>
          <a:solidFill>
            <a:srgbClr val="40FF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75%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40FFE6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3539D3-9D95-16E9-88C1-7E3A90848812}"/>
              </a:ext>
            </a:extLst>
          </p:cNvPr>
          <p:cNvSpPr/>
          <p:nvPr/>
        </p:nvSpPr>
        <p:spPr>
          <a:xfrm>
            <a:off x="6831285" y="10188034"/>
            <a:ext cx="1667442" cy="1948150"/>
          </a:xfrm>
          <a:prstGeom prst="rect">
            <a:avLst/>
          </a:prstGeom>
          <a:solidFill>
            <a:srgbClr val="EEFF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75%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EEFFD1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841176-6861-9DB8-4EF4-4FFD9F689A70}"/>
              </a:ext>
            </a:extLst>
          </p:cNvPr>
          <p:cNvSpPr/>
          <p:nvPr/>
        </p:nvSpPr>
        <p:spPr>
          <a:xfrm>
            <a:off x="4813415" y="2983166"/>
            <a:ext cx="1667442" cy="1948150"/>
          </a:xfrm>
          <a:prstGeom prst="rect">
            <a:avLst/>
          </a:prstGeom>
          <a:solidFill>
            <a:srgbClr val="0E185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100%</a:t>
            </a:r>
          </a:p>
          <a:p>
            <a:pPr algn="ctr"/>
            <a:r>
              <a:rPr lang="en-US" altLang="ko-KR" dirty="0"/>
              <a:t>0E185F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814A22-A418-1D98-84BC-0FEF8B39D62A}"/>
              </a:ext>
            </a:extLst>
          </p:cNvPr>
          <p:cNvSpPr/>
          <p:nvPr/>
        </p:nvSpPr>
        <p:spPr>
          <a:xfrm>
            <a:off x="4813415" y="5384789"/>
            <a:ext cx="1667442" cy="1948150"/>
          </a:xfrm>
          <a:prstGeom prst="rect">
            <a:avLst/>
          </a:prstGeom>
          <a:solidFill>
            <a:srgbClr val="2FA4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100%</a:t>
            </a:r>
          </a:p>
          <a:p>
            <a:pPr algn="ctr"/>
            <a:r>
              <a:rPr lang="en-US" altLang="ko-KR" dirty="0"/>
              <a:t>2FA4FF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CB170D-FA67-1F1B-5642-E71F212043A1}"/>
              </a:ext>
            </a:extLst>
          </p:cNvPr>
          <p:cNvSpPr/>
          <p:nvPr/>
        </p:nvSpPr>
        <p:spPr>
          <a:xfrm>
            <a:off x="4813415" y="7786412"/>
            <a:ext cx="1667442" cy="1948150"/>
          </a:xfrm>
          <a:prstGeom prst="rect">
            <a:avLst/>
          </a:prstGeom>
          <a:solidFill>
            <a:srgbClr val="00FFD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100%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00FFDD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A288E8-8644-15E9-A3D4-79B3705D5ED7}"/>
              </a:ext>
            </a:extLst>
          </p:cNvPr>
          <p:cNvSpPr/>
          <p:nvPr/>
        </p:nvSpPr>
        <p:spPr>
          <a:xfrm>
            <a:off x="4813415" y="10188034"/>
            <a:ext cx="1667442" cy="1948150"/>
          </a:xfrm>
          <a:prstGeom prst="rect">
            <a:avLst/>
          </a:prstGeom>
          <a:solidFill>
            <a:srgbClr val="E8FF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100%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E8FFC2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7C33ED-C276-84D8-5DD1-C8668E8E1DD0}"/>
              </a:ext>
            </a:extLst>
          </p:cNvPr>
          <p:cNvSpPr/>
          <p:nvPr/>
        </p:nvSpPr>
        <p:spPr>
          <a:xfrm>
            <a:off x="12884895" y="2983166"/>
            <a:ext cx="1667442" cy="1948150"/>
          </a:xfrm>
          <a:prstGeom prst="rect">
            <a:avLst/>
          </a:prstGeom>
          <a:solidFill>
            <a:srgbClr val="DBDC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15%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DBDCE7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497BD9-ACAE-C4C1-3F00-C0C54332EB7B}"/>
              </a:ext>
            </a:extLst>
          </p:cNvPr>
          <p:cNvSpPr/>
          <p:nvPr/>
        </p:nvSpPr>
        <p:spPr>
          <a:xfrm>
            <a:off x="12884895" y="5384789"/>
            <a:ext cx="1667442" cy="1948150"/>
          </a:xfrm>
          <a:prstGeom prst="rect">
            <a:avLst/>
          </a:prstGeom>
          <a:solidFill>
            <a:srgbClr val="E0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15%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E0F1FF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799AF5-2FD6-B21D-CDD9-3E5771CADE35}"/>
              </a:ext>
            </a:extLst>
          </p:cNvPr>
          <p:cNvSpPr/>
          <p:nvPr/>
        </p:nvSpPr>
        <p:spPr>
          <a:xfrm>
            <a:off x="12884895" y="7786412"/>
            <a:ext cx="1667442" cy="1948150"/>
          </a:xfrm>
          <a:prstGeom prst="rect">
            <a:avLst/>
          </a:prstGeom>
          <a:solidFill>
            <a:srgbClr val="D9FF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15%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D9FFFA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9ADF76C-53BE-C283-175B-E021D59C478D}"/>
              </a:ext>
            </a:extLst>
          </p:cNvPr>
          <p:cNvSpPr/>
          <p:nvPr/>
        </p:nvSpPr>
        <p:spPr>
          <a:xfrm>
            <a:off x="12884895" y="10188034"/>
            <a:ext cx="1667442" cy="1948150"/>
          </a:xfrm>
          <a:prstGeom prst="rect">
            <a:avLst/>
          </a:prstGeom>
          <a:solidFill>
            <a:srgbClr val="FCFF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15%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FCFFF6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E214FD-81BC-DD91-898B-A9071F158987}"/>
              </a:ext>
            </a:extLst>
          </p:cNvPr>
          <p:cNvSpPr/>
          <p:nvPr/>
        </p:nvSpPr>
        <p:spPr>
          <a:xfrm>
            <a:off x="14902767" y="2983166"/>
            <a:ext cx="1667442" cy="1948150"/>
          </a:xfrm>
          <a:prstGeom prst="rect">
            <a:avLst/>
          </a:prstGeom>
          <a:solidFill>
            <a:srgbClr val="F3F3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5%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F3F3F7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6B5E7B-5E01-DD12-F8AD-31FBEF37DE3A}"/>
              </a:ext>
            </a:extLst>
          </p:cNvPr>
          <p:cNvSpPr/>
          <p:nvPr/>
        </p:nvSpPr>
        <p:spPr>
          <a:xfrm>
            <a:off x="14902767" y="5384789"/>
            <a:ext cx="1667442" cy="194815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5%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F5FAFF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B33C98-7247-D7C8-42D4-E8C5C4B1BD63}"/>
              </a:ext>
            </a:extLst>
          </p:cNvPr>
          <p:cNvSpPr/>
          <p:nvPr/>
        </p:nvSpPr>
        <p:spPr>
          <a:xfrm>
            <a:off x="14902767" y="7786412"/>
            <a:ext cx="1667442" cy="1948150"/>
          </a:xfrm>
          <a:prstGeom prst="rect">
            <a:avLst/>
          </a:prstGeom>
          <a:solidFill>
            <a:srgbClr val="F2FF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5%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F2FFFD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D943580-0CD4-A03B-D5C2-342886209C3C}"/>
              </a:ext>
            </a:extLst>
          </p:cNvPr>
          <p:cNvSpPr/>
          <p:nvPr/>
        </p:nvSpPr>
        <p:spPr>
          <a:xfrm>
            <a:off x="14902767" y="10188034"/>
            <a:ext cx="1667442" cy="1948150"/>
          </a:xfrm>
          <a:prstGeom prst="rect">
            <a:avLst/>
          </a:prstGeom>
          <a:solidFill>
            <a:srgbClr val="FEFF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5%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FEFFFC</a:t>
            </a:r>
          </a:p>
        </p:txBody>
      </p:sp>
    </p:spTree>
    <p:extLst>
      <p:ext uri="{BB962C8B-B14F-4D97-AF65-F5344CB8AC3E}">
        <p14:creationId xmlns:p14="http://schemas.microsoft.com/office/powerpoint/2010/main" val="3776426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4184</TotalTime>
  <Words>85</Words>
  <Application>Microsoft Office PowerPoint</Application>
  <PresentationFormat>Custom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Noto Sans KR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Ilwoo Kim</dc:creator>
  <cp:lastModifiedBy>Ilwoo Kim</cp:lastModifiedBy>
  <cp:revision>43</cp:revision>
  <dcterms:created xsi:type="dcterms:W3CDTF">2024-07-19T23:52:50Z</dcterms:created>
  <dcterms:modified xsi:type="dcterms:W3CDTF">2025-06-08T13:19:30Z</dcterms:modified>
</cp:coreProperties>
</file>